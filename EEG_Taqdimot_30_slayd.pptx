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gradFill>
            <a:gsLst>
              <a:gs pos="0">
                <a:srgbClr val="0A2647"/>
              </a:gs>
              <a:gs pos="100000">
                <a:srgbClr val="1856A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ave_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4400" y="1280160"/>
            <a:ext cx="4572000" cy="4572000"/>
          </a:xfrm>
          <a:prstGeom prst="rect">
            <a:avLst/>
          </a:prstGeom>
        </p:spPr>
      </p:pic>
      <p:pic>
        <p:nvPicPr>
          <p:cNvPr id="4" name="Picture 3" descr="brain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37360"/>
            <a:ext cx="3474720" cy="3474720"/>
          </a:xfrm>
          <a:prstGeom prst="rect">
            <a:avLst/>
          </a:prstGeom>
        </p:spPr>
      </p:pic>
      <p:pic>
        <p:nvPicPr>
          <p:cNvPr id="5" name="Picture 4" descr="eeg_waves_w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960120"/>
            <a:ext cx="5943600" cy="1188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0" y="2514600"/>
            <a:ext cx="164592" cy="914400"/>
          </a:xfrm>
          <a:prstGeom prst="rect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60720" y="2542032"/>
            <a:ext cx="5486400" cy="603504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60720" y="3310128"/>
            <a:ext cx="5486400" cy="603504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60720" y="4224528"/>
            <a:ext cx="4754880" cy="27432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60720" y="4626864"/>
            <a:ext cx="4023360" cy="27432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60720" y="5577840"/>
            <a:ext cx="2377440" cy="237744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21040" y="5577840"/>
            <a:ext cx="2377440" cy="237744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un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0" y="429768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46304" cy="603504"/>
          </a:xfrm>
          <a:prstGeom prst="rect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15568" y="566928"/>
            <a:ext cx="7863840" cy="457200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5568" y="1133856"/>
            <a:ext cx="4875580" cy="201168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u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324612"/>
            <a:ext cx="2926080" cy="365760"/>
          </a:xfrm>
          <a:prstGeom prst="rect">
            <a:avLst/>
          </a:prstGeom>
        </p:spPr>
      </p:pic>
      <p:pic>
        <p:nvPicPr>
          <p:cNvPr id="6" name="Picture 5" descr="eeg_wave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447" y="18288"/>
            <a:ext cx="1828800" cy="365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783080"/>
            <a:ext cx="5010912" cy="429768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 w="12700">
            <a:solidFill>
              <a:srgbClr val="CAE0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5010912" cy="457200"/>
          </a:xfrm>
          <a:prstGeom prst="round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2468880"/>
            <a:ext cx="429768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7280" y="3072384"/>
            <a:ext cx="356616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3675888"/>
            <a:ext cx="429768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97280" y="4279392"/>
            <a:ext cx="356616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7280" y="4882896"/>
            <a:ext cx="429768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783080"/>
            <a:ext cx="5010912" cy="429768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 w="12700">
            <a:solidFill>
              <a:srgbClr val="CAE0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5080" y="1783080"/>
            <a:ext cx="5010912" cy="457200"/>
          </a:xfrm>
          <a:prstGeom prst="round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29400" y="2468880"/>
            <a:ext cx="429768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29400" y="3072384"/>
            <a:ext cx="356616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29400" y="3675888"/>
            <a:ext cx="429768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29400" y="4279392"/>
            <a:ext cx="356616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29400" y="4882896"/>
            <a:ext cx="429768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828800"/>
            <a:ext cx="365760" cy="365760"/>
          </a:xfrm>
          <a:prstGeom prst="rect">
            <a:avLst/>
          </a:prstGeom>
        </p:spPr>
      </p:pic>
      <p:pic>
        <p:nvPicPr>
          <p:cNvPr id="22" name="Picture 21" descr="electrode_c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7080" y="1828800"/>
            <a:ext cx="365760" cy="36576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822960" y="6419088"/>
            <a:ext cx="10543032" cy="10972"/>
          </a:xfrm>
          <a:prstGeom prst="rect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163056"/>
            <a:ext cx="411480" cy="411480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10149840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387584" y="6327648"/>
            <a:ext cx="64008" cy="64008"/>
          </a:xfrm>
          <a:prstGeom prst="ellipse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625328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863072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100816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338560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856A0"/>
              </a:gs>
              <a:gs pos="100000">
                <a:srgbClr val="0A2647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ave_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548640"/>
            <a:ext cx="5669280" cy="56692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005840" y="1920240"/>
            <a:ext cx="2194560" cy="2194560"/>
          </a:xfrm>
          <a:prstGeom prst="roundRect">
            <a:avLst/>
          </a:prstGeom>
          <a:noFill/>
          <a:ln w="304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98448" y="2212848"/>
            <a:ext cx="1609344" cy="16093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331720"/>
            <a:ext cx="1371600" cy="1371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600" y="2331720"/>
            <a:ext cx="146304" cy="1280160"/>
          </a:xfrm>
          <a:prstGeom prst="rect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31920" y="2377440"/>
            <a:ext cx="58521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31920" y="3108960"/>
            <a:ext cx="4572000" cy="329184"/>
          </a:xfrm>
          <a:prstGeom prst="roundRect">
            <a:avLst>
              <a:gd name="adj" fmla="val 6000"/>
            </a:avLst>
          </a:prstGeom>
          <a:solidFill>
            <a:srgbClr val="D6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31920" y="3584448"/>
            <a:ext cx="3657600" cy="329184"/>
          </a:xfrm>
          <a:prstGeom prst="roundRect">
            <a:avLst>
              <a:gd name="adj" fmla="val 6000"/>
            </a:avLst>
          </a:prstGeom>
          <a:solidFill>
            <a:srgbClr val="D6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ead_profile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8056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46304" cy="603504"/>
          </a:xfrm>
          <a:prstGeom prst="rect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15568" y="566928"/>
            <a:ext cx="7863840" cy="457200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5568" y="1133856"/>
            <a:ext cx="4875580" cy="201168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u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324612"/>
            <a:ext cx="2926080" cy="365760"/>
          </a:xfrm>
          <a:prstGeom prst="rect">
            <a:avLst/>
          </a:prstGeom>
        </p:spPr>
      </p:pic>
      <p:pic>
        <p:nvPicPr>
          <p:cNvPr id="6" name="Picture 5" descr="eeg_wave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447" y="18288"/>
            <a:ext cx="1828800" cy="365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783080"/>
            <a:ext cx="10543032" cy="429768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148840"/>
            <a:ext cx="859536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43000" y="2715768"/>
            <a:ext cx="749808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43000" y="3282696"/>
            <a:ext cx="859536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49624"/>
            <a:ext cx="749808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43000" y="4416552"/>
            <a:ext cx="859536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43000" y="4983480"/>
            <a:ext cx="749808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neur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4023360"/>
            <a:ext cx="1920240" cy="192024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22960" y="6419088"/>
            <a:ext cx="10543032" cy="10972"/>
          </a:xfrm>
          <a:prstGeom prst="rect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6163056"/>
            <a:ext cx="411480" cy="411480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10149840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87584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25328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63072" y="6327648"/>
            <a:ext cx="64008" cy="64008"/>
          </a:xfrm>
          <a:prstGeom prst="ellipse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100816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38560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46304" cy="603504"/>
          </a:xfrm>
          <a:prstGeom prst="rect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15568" y="566928"/>
            <a:ext cx="7863840" cy="457200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5568" y="1133856"/>
            <a:ext cx="4875580" cy="201168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u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324612"/>
            <a:ext cx="2926080" cy="365760"/>
          </a:xfrm>
          <a:prstGeom prst="rect">
            <a:avLst/>
          </a:prstGeom>
        </p:spPr>
      </p:pic>
      <p:pic>
        <p:nvPicPr>
          <p:cNvPr id="6" name="Picture 5" descr="eeg_wave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447" y="18288"/>
            <a:ext cx="1828800" cy="365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903720" y="1783080"/>
            <a:ext cx="4462272" cy="4297680"/>
          </a:xfrm>
          <a:prstGeom prst="roundRect">
            <a:avLst/>
          </a:prstGeom>
          <a:solidFill>
            <a:srgbClr val="E4EFFA"/>
          </a:solidFill>
          <a:ln w="12700">
            <a:solidFill>
              <a:srgbClr val="CAE0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ead_pro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057400"/>
            <a:ext cx="3749039" cy="37490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" y="1783080"/>
            <a:ext cx="4846320" cy="457200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468880"/>
            <a:ext cx="4846320" cy="27432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3072384"/>
            <a:ext cx="3931920" cy="27432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8"/>
            <a:ext cx="4846320" cy="27432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4279392"/>
            <a:ext cx="3931920" cy="27432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4882896"/>
            <a:ext cx="4846320" cy="27432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5486400"/>
            <a:ext cx="3931920" cy="27432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419088"/>
            <a:ext cx="10543032" cy="10972"/>
          </a:xfrm>
          <a:prstGeom prst="rect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6163056"/>
            <a:ext cx="411480" cy="411480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10149840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87584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25328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863072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00816" y="6327648"/>
            <a:ext cx="64008" cy="64008"/>
          </a:xfrm>
          <a:prstGeom prst="ellipse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38560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46304" cy="603504"/>
          </a:xfrm>
          <a:prstGeom prst="rect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15568" y="566928"/>
            <a:ext cx="7863840" cy="457200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5568" y="1133856"/>
            <a:ext cx="4875580" cy="201168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u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324612"/>
            <a:ext cx="2926080" cy="365760"/>
          </a:xfrm>
          <a:prstGeom prst="rect">
            <a:avLst/>
          </a:prstGeom>
        </p:spPr>
      </p:pic>
      <p:pic>
        <p:nvPicPr>
          <p:cNvPr id="6" name="Picture 5" descr="eeg_wave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447" y="18288"/>
            <a:ext cx="1828800" cy="365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783080"/>
            <a:ext cx="5010912" cy="429768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 w="12700">
            <a:solidFill>
              <a:srgbClr val="CAE0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5010912" cy="457200"/>
          </a:xfrm>
          <a:prstGeom prst="round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2468880"/>
            <a:ext cx="429768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7280" y="3072384"/>
            <a:ext cx="356616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3675888"/>
            <a:ext cx="429768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97280" y="4279392"/>
            <a:ext cx="356616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7280" y="4882896"/>
            <a:ext cx="429768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783080"/>
            <a:ext cx="5010912" cy="429768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 w="12700">
            <a:solidFill>
              <a:srgbClr val="CAE0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5080" y="1783080"/>
            <a:ext cx="5010912" cy="457200"/>
          </a:xfrm>
          <a:prstGeom prst="round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29400" y="2468880"/>
            <a:ext cx="429768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29400" y="3072384"/>
            <a:ext cx="356616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29400" y="3675888"/>
            <a:ext cx="429768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29400" y="4279392"/>
            <a:ext cx="356616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29400" y="4882896"/>
            <a:ext cx="429768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828800"/>
            <a:ext cx="365760" cy="365760"/>
          </a:xfrm>
          <a:prstGeom prst="rect">
            <a:avLst/>
          </a:prstGeom>
        </p:spPr>
      </p:pic>
      <p:pic>
        <p:nvPicPr>
          <p:cNvPr id="22" name="Picture 21" descr="electrode_c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7080" y="1828800"/>
            <a:ext cx="365760" cy="36576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822960" y="6419088"/>
            <a:ext cx="10543032" cy="10972"/>
          </a:xfrm>
          <a:prstGeom prst="rect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163056"/>
            <a:ext cx="411480" cy="411480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10149840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387584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625328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863072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100816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338560" y="6327648"/>
            <a:ext cx="64008" cy="64008"/>
          </a:xfrm>
          <a:prstGeom prst="ellipse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46304" cy="603504"/>
          </a:xfrm>
          <a:prstGeom prst="rect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15568" y="566928"/>
            <a:ext cx="7863840" cy="457200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5568" y="1133856"/>
            <a:ext cx="4875580" cy="201168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u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324612"/>
            <a:ext cx="2926080" cy="365760"/>
          </a:xfrm>
          <a:prstGeom prst="rect">
            <a:avLst/>
          </a:prstGeom>
        </p:spPr>
      </p:pic>
      <p:pic>
        <p:nvPicPr>
          <p:cNvPr id="6" name="Picture 5" descr="eeg_wave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447" y="18288"/>
            <a:ext cx="1828800" cy="365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783080"/>
            <a:ext cx="3291840" cy="4297680"/>
          </a:xfrm>
          <a:prstGeom prst="roundRect">
            <a:avLst/>
          </a:prstGeom>
          <a:solidFill>
            <a:srgbClr val="EEF5FC"/>
          </a:solidFill>
          <a:ln w="12700">
            <a:solidFill>
              <a:srgbClr val="CAE0F7"/>
            </a:solidFill>
          </a:ln>
          <a:effectLst/>
          <a:effectLst>
            <a:outerShdw blurRad="90000" dist="38100" dir="5400000" rotWithShape="0">
              <a:srgbClr val="1E3A5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20240" y="205740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9968" y="2167128"/>
            <a:ext cx="877824" cy="87782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188720" y="3383280"/>
            <a:ext cx="2560320" cy="329184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3886200"/>
            <a:ext cx="256032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88720" y="4343400"/>
            <a:ext cx="210312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88720" y="4800600"/>
            <a:ext cx="256032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88720" y="5257800"/>
            <a:ext cx="210312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81728" y="1783080"/>
            <a:ext cx="3291840" cy="4297680"/>
          </a:xfrm>
          <a:prstGeom prst="roundRect">
            <a:avLst/>
          </a:prstGeom>
          <a:solidFill>
            <a:srgbClr val="EEF5FC"/>
          </a:solidFill>
          <a:ln w="12700">
            <a:solidFill>
              <a:srgbClr val="CAE0F7"/>
            </a:solidFill>
          </a:ln>
          <a:effectLst/>
          <a:effectLst>
            <a:outerShdw blurRad="90000" dist="38100" dir="5400000" rotWithShape="0">
              <a:srgbClr val="1E3A5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79008" y="205740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lectrode_c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8736" y="2167128"/>
            <a:ext cx="877824" cy="877824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047488" y="3383280"/>
            <a:ext cx="2560320" cy="329184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47488" y="3886200"/>
            <a:ext cx="256032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47488" y="4343400"/>
            <a:ext cx="210312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47488" y="4800600"/>
            <a:ext cx="256032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47488" y="5257800"/>
            <a:ext cx="210312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40496" y="1783080"/>
            <a:ext cx="3291840" cy="4297680"/>
          </a:xfrm>
          <a:prstGeom prst="roundRect">
            <a:avLst/>
          </a:prstGeom>
          <a:solidFill>
            <a:srgbClr val="EEF5FC"/>
          </a:solidFill>
          <a:ln w="12700">
            <a:solidFill>
              <a:srgbClr val="CAE0F7"/>
            </a:solidFill>
          </a:ln>
          <a:effectLst/>
          <a:effectLst>
            <a:outerShdw blurRad="90000" dist="38100" dir="5400000" rotWithShape="0">
              <a:srgbClr val="1E3A5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37776" y="205740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runn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7504" y="2167128"/>
            <a:ext cx="877824" cy="877824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8906256" y="3383280"/>
            <a:ext cx="2560320" cy="329184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06256" y="3886200"/>
            <a:ext cx="256032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06256" y="4343400"/>
            <a:ext cx="210312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06256" y="4800600"/>
            <a:ext cx="256032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906256" y="5257800"/>
            <a:ext cx="210312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6419088"/>
            <a:ext cx="10543032" cy="10972"/>
          </a:xfrm>
          <a:prstGeom prst="rect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163056"/>
            <a:ext cx="411480" cy="411480"/>
          </a:xfrm>
          <a:prstGeom prst="rect">
            <a:avLst/>
          </a:prstGeom>
        </p:spPr>
      </p:pic>
      <p:sp>
        <p:nvSpPr>
          <p:cNvPr id="33" name="Oval 32"/>
          <p:cNvSpPr/>
          <p:nvPr/>
        </p:nvSpPr>
        <p:spPr>
          <a:xfrm>
            <a:off x="10149840" y="6327648"/>
            <a:ext cx="64008" cy="64008"/>
          </a:xfrm>
          <a:prstGeom prst="ellipse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387584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625328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863072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100816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338560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46304" cy="603504"/>
          </a:xfrm>
          <a:prstGeom prst="rect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15568" y="566928"/>
            <a:ext cx="7863840" cy="457200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5568" y="1133856"/>
            <a:ext cx="4875580" cy="201168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u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324612"/>
            <a:ext cx="2926080" cy="365760"/>
          </a:xfrm>
          <a:prstGeom prst="rect">
            <a:avLst/>
          </a:prstGeom>
        </p:spPr>
      </p:pic>
      <p:pic>
        <p:nvPicPr>
          <p:cNvPr id="6" name="Picture 5" descr="eeg_wave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447" y="18288"/>
            <a:ext cx="1828800" cy="365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783080"/>
            <a:ext cx="10543032" cy="3200400"/>
          </a:xfrm>
          <a:prstGeom prst="roundRect">
            <a:avLst/>
          </a:prstGeom>
          <a:solidFill>
            <a:srgbClr val="0A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eg_waves_b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1316" y="1965960"/>
            <a:ext cx="4818888" cy="2834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" y="5212080"/>
            <a:ext cx="5029200" cy="27432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5212080"/>
            <a:ext cx="5029200" cy="27432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5596128"/>
            <a:ext cx="4023360" cy="237744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5596128"/>
            <a:ext cx="4023360" cy="237744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6419088"/>
            <a:ext cx="10543032" cy="10972"/>
          </a:xfrm>
          <a:prstGeom prst="rect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6163056"/>
            <a:ext cx="411480" cy="411480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0149840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87584" y="6327648"/>
            <a:ext cx="64008" cy="64008"/>
          </a:xfrm>
          <a:prstGeom prst="ellipse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25328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63072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00816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38560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856A0"/>
              </a:gs>
              <a:gs pos="100000">
                <a:srgbClr val="0A2647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ave_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548640"/>
            <a:ext cx="5669280" cy="56692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005840" y="1920240"/>
            <a:ext cx="2194560" cy="2194560"/>
          </a:xfrm>
          <a:prstGeom prst="roundRect">
            <a:avLst/>
          </a:prstGeom>
          <a:noFill/>
          <a:ln w="304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98448" y="2212848"/>
            <a:ext cx="1609344" cy="16093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331720"/>
            <a:ext cx="1371600" cy="1371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600" y="2331720"/>
            <a:ext cx="146304" cy="1280160"/>
          </a:xfrm>
          <a:prstGeom prst="rect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31920" y="2377440"/>
            <a:ext cx="58521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31920" y="3108960"/>
            <a:ext cx="4572000" cy="329184"/>
          </a:xfrm>
          <a:prstGeom prst="roundRect">
            <a:avLst>
              <a:gd name="adj" fmla="val 6000"/>
            </a:avLst>
          </a:prstGeom>
          <a:solidFill>
            <a:srgbClr val="D6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31920" y="3584448"/>
            <a:ext cx="3657600" cy="329184"/>
          </a:xfrm>
          <a:prstGeom prst="roundRect">
            <a:avLst>
              <a:gd name="adj" fmla="val 6000"/>
            </a:avLst>
          </a:prstGeom>
          <a:solidFill>
            <a:srgbClr val="D6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ead_profile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8056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46304" cy="603504"/>
          </a:xfrm>
          <a:prstGeom prst="rect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15568" y="566928"/>
            <a:ext cx="7863840" cy="457200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5568" y="1133856"/>
            <a:ext cx="4875580" cy="201168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u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324612"/>
            <a:ext cx="2926080" cy="365760"/>
          </a:xfrm>
          <a:prstGeom prst="rect">
            <a:avLst/>
          </a:prstGeom>
        </p:spPr>
      </p:pic>
      <p:pic>
        <p:nvPicPr>
          <p:cNvPr id="6" name="Picture 5" descr="eeg_wave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447" y="18288"/>
            <a:ext cx="1828800" cy="365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783080"/>
            <a:ext cx="4480560" cy="4297680"/>
          </a:xfrm>
          <a:prstGeom prst="roundRect">
            <a:avLst/>
          </a:prstGeom>
          <a:solidFill>
            <a:srgbClr val="E4EFFA"/>
          </a:solidFill>
          <a:ln w="12700">
            <a:solidFill>
              <a:srgbClr val="CAE0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lectrode_c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2057400"/>
            <a:ext cx="3749039" cy="37490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577840" y="1783080"/>
            <a:ext cx="4846320" cy="457200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77840" y="2468880"/>
            <a:ext cx="4846320" cy="27432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577840" y="3072384"/>
            <a:ext cx="3931920" cy="27432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77840" y="3675888"/>
            <a:ext cx="4846320" cy="27432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77840" y="4279392"/>
            <a:ext cx="3931920" cy="27432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77840" y="4882896"/>
            <a:ext cx="4846320" cy="27432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577840" y="5486400"/>
            <a:ext cx="3931920" cy="27432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419088"/>
            <a:ext cx="10543032" cy="10972"/>
          </a:xfrm>
          <a:prstGeom prst="rect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6163056"/>
            <a:ext cx="411480" cy="411480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10149840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87584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25328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863072" y="6327648"/>
            <a:ext cx="64008" cy="64008"/>
          </a:xfrm>
          <a:prstGeom prst="ellipse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00816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38560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46304" cy="603504"/>
          </a:xfrm>
          <a:prstGeom prst="rect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15568" y="566928"/>
            <a:ext cx="7863840" cy="457200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5568" y="1133856"/>
            <a:ext cx="4875580" cy="201168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u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324612"/>
            <a:ext cx="2926080" cy="365760"/>
          </a:xfrm>
          <a:prstGeom prst="rect">
            <a:avLst/>
          </a:prstGeom>
        </p:spPr>
      </p:pic>
      <p:pic>
        <p:nvPicPr>
          <p:cNvPr id="6" name="Picture 5" descr="eeg_wave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447" y="18288"/>
            <a:ext cx="1828800" cy="36576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1005840" y="2194560"/>
            <a:ext cx="1737360" cy="1737360"/>
          </a:xfrm>
          <a:prstGeom prst="ellipse">
            <a:avLst/>
          </a:prstGeom>
          <a:noFill/>
          <a:ln w="2794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61872" y="2450592"/>
            <a:ext cx="1225296" cy="1225296"/>
          </a:xfrm>
          <a:prstGeom prst="ellipse">
            <a:avLst/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17320" y="2907792"/>
            <a:ext cx="91440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7280" y="4160520"/>
            <a:ext cx="1554480" cy="256032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34440" y="4498848"/>
            <a:ext cx="1280160" cy="219456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822191" y="2194560"/>
            <a:ext cx="1737360" cy="1737360"/>
          </a:xfrm>
          <a:prstGeom prst="ellipse">
            <a:avLst/>
          </a:prstGeom>
          <a:noFill/>
          <a:ln w="2794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78224" y="2450592"/>
            <a:ext cx="1225296" cy="1225296"/>
          </a:xfrm>
          <a:prstGeom prst="ellipse">
            <a:avLst/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33672" y="2907792"/>
            <a:ext cx="91440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913631" y="4160520"/>
            <a:ext cx="1554480" cy="256032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050791" y="4498848"/>
            <a:ext cx="1280160" cy="219456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38544" y="2194560"/>
            <a:ext cx="1737360" cy="1737360"/>
          </a:xfrm>
          <a:prstGeom prst="ellipse">
            <a:avLst/>
          </a:prstGeom>
          <a:noFill/>
          <a:ln w="2794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94576" y="2450592"/>
            <a:ext cx="1225296" cy="1225296"/>
          </a:xfrm>
          <a:prstGeom prst="ellipse">
            <a:avLst/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050024" y="2907792"/>
            <a:ext cx="91440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29983" y="4160520"/>
            <a:ext cx="1554480" cy="256032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67144" y="4498848"/>
            <a:ext cx="1280160" cy="219456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54896" y="2194560"/>
            <a:ext cx="1737360" cy="1737360"/>
          </a:xfrm>
          <a:prstGeom prst="ellipse">
            <a:avLst/>
          </a:prstGeom>
          <a:noFill/>
          <a:ln w="2794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10928" y="2450592"/>
            <a:ext cx="1225296" cy="1225296"/>
          </a:xfrm>
          <a:prstGeom prst="ellipse">
            <a:avLst/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66376" y="2907792"/>
            <a:ext cx="91440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546336" y="4160520"/>
            <a:ext cx="1554480" cy="256032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83496" y="4498848"/>
            <a:ext cx="1280160" cy="219456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eeg_wave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6" y="5212080"/>
            <a:ext cx="3657600" cy="73152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822960" y="6419088"/>
            <a:ext cx="10543032" cy="10972"/>
          </a:xfrm>
          <a:prstGeom prst="rect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163056"/>
            <a:ext cx="411480" cy="411480"/>
          </a:xfrm>
          <a:prstGeom prst="rect">
            <a:avLst/>
          </a:prstGeom>
        </p:spPr>
      </p:pic>
      <p:sp>
        <p:nvSpPr>
          <p:cNvPr id="30" name="Oval 29"/>
          <p:cNvSpPr/>
          <p:nvPr/>
        </p:nvSpPr>
        <p:spPr>
          <a:xfrm>
            <a:off x="10149840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87584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625328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863072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100816" y="6327648"/>
            <a:ext cx="64008" cy="64008"/>
          </a:xfrm>
          <a:prstGeom prst="ellipse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338560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46304" cy="603504"/>
          </a:xfrm>
          <a:prstGeom prst="rect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15568" y="566928"/>
            <a:ext cx="7863840" cy="457200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5568" y="1133856"/>
            <a:ext cx="4875580" cy="201168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u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324612"/>
            <a:ext cx="2926080" cy="365760"/>
          </a:xfrm>
          <a:prstGeom prst="rect">
            <a:avLst/>
          </a:prstGeom>
        </p:spPr>
      </p:pic>
      <p:pic>
        <p:nvPicPr>
          <p:cNvPr id="6" name="Picture 5" descr="eeg_wave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447" y="18288"/>
            <a:ext cx="1828800" cy="365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783080"/>
            <a:ext cx="5010912" cy="429768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 w="12700">
            <a:solidFill>
              <a:srgbClr val="CAE0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5010912" cy="457200"/>
          </a:xfrm>
          <a:prstGeom prst="round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2468880"/>
            <a:ext cx="429768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7280" y="3072384"/>
            <a:ext cx="356616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3675888"/>
            <a:ext cx="429768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97280" y="4279392"/>
            <a:ext cx="356616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7280" y="4882896"/>
            <a:ext cx="429768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783080"/>
            <a:ext cx="5010912" cy="429768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 w="12700">
            <a:solidFill>
              <a:srgbClr val="CAE0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5080" y="1783080"/>
            <a:ext cx="5010912" cy="457200"/>
          </a:xfrm>
          <a:prstGeom prst="round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29400" y="2468880"/>
            <a:ext cx="429768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29400" y="3072384"/>
            <a:ext cx="356616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29400" y="3675888"/>
            <a:ext cx="429768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29400" y="4279392"/>
            <a:ext cx="356616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29400" y="4882896"/>
            <a:ext cx="429768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828800"/>
            <a:ext cx="365760" cy="365760"/>
          </a:xfrm>
          <a:prstGeom prst="rect">
            <a:avLst/>
          </a:prstGeom>
        </p:spPr>
      </p:pic>
      <p:pic>
        <p:nvPicPr>
          <p:cNvPr id="22" name="Picture 21" descr="electrode_c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7080" y="1828800"/>
            <a:ext cx="365760" cy="36576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822960" y="6419088"/>
            <a:ext cx="10543032" cy="10972"/>
          </a:xfrm>
          <a:prstGeom prst="rect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163056"/>
            <a:ext cx="411480" cy="411480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10149840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387584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625328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863072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100816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338560" y="6327648"/>
            <a:ext cx="64008" cy="64008"/>
          </a:xfrm>
          <a:prstGeom prst="ellipse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46304" cy="603504"/>
          </a:xfrm>
          <a:prstGeom prst="rect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15568" y="566928"/>
            <a:ext cx="7863840" cy="457200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5568" y="1133856"/>
            <a:ext cx="4875580" cy="201168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u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324612"/>
            <a:ext cx="2926080" cy="365760"/>
          </a:xfrm>
          <a:prstGeom prst="rect">
            <a:avLst/>
          </a:prstGeom>
        </p:spPr>
      </p:pic>
      <p:pic>
        <p:nvPicPr>
          <p:cNvPr id="6" name="Picture 5" descr="eeg_wave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447" y="18288"/>
            <a:ext cx="1828800" cy="365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783080"/>
            <a:ext cx="10543032" cy="429768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148840"/>
            <a:ext cx="859536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43000" y="2715768"/>
            <a:ext cx="749808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43000" y="3282696"/>
            <a:ext cx="859536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49624"/>
            <a:ext cx="749808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43000" y="4416552"/>
            <a:ext cx="859536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43000" y="4983480"/>
            <a:ext cx="749808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neur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4023360"/>
            <a:ext cx="1920240" cy="192024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22960" y="6419088"/>
            <a:ext cx="10543032" cy="10972"/>
          </a:xfrm>
          <a:prstGeom prst="rect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6163056"/>
            <a:ext cx="411480" cy="411480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10149840" y="6327648"/>
            <a:ext cx="64008" cy="64008"/>
          </a:xfrm>
          <a:prstGeom prst="ellipse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87584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25328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63072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100816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38560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856A0"/>
              </a:gs>
              <a:gs pos="100000">
                <a:srgbClr val="0A2647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ave_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548640"/>
            <a:ext cx="5669280" cy="56692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005840" y="1920240"/>
            <a:ext cx="2194560" cy="2194560"/>
          </a:xfrm>
          <a:prstGeom prst="roundRect">
            <a:avLst/>
          </a:prstGeom>
          <a:noFill/>
          <a:ln w="304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98448" y="2212848"/>
            <a:ext cx="1609344" cy="16093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331720"/>
            <a:ext cx="1371600" cy="1371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600" y="2331720"/>
            <a:ext cx="146304" cy="1280160"/>
          </a:xfrm>
          <a:prstGeom prst="rect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31920" y="2377440"/>
            <a:ext cx="58521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31920" y="3108960"/>
            <a:ext cx="4572000" cy="329184"/>
          </a:xfrm>
          <a:prstGeom prst="roundRect">
            <a:avLst>
              <a:gd name="adj" fmla="val 6000"/>
            </a:avLst>
          </a:prstGeom>
          <a:solidFill>
            <a:srgbClr val="D6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31920" y="3584448"/>
            <a:ext cx="3657600" cy="329184"/>
          </a:xfrm>
          <a:prstGeom prst="roundRect">
            <a:avLst>
              <a:gd name="adj" fmla="val 6000"/>
            </a:avLst>
          </a:prstGeom>
          <a:solidFill>
            <a:srgbClr val="D6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ead_profile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8056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46304" cy="603504"/>
          </a:xfrm>
          <a:prstGeom prst="rect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15568" y="566928"/>
            <a:ext cx="7863840" cy="457200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5568" y="1133856"/>
            <a:ext cx="4875580" cy="201168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u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324612"/>
            <a:ext cx="2926080" cy="365760"/>
          </a:xfrm>
          <a:prstGeom prst="rect">
            <a:avLst/>
          </a:prstGeom>
        </p:spPr>
      </p:pic>
      <p:pic>
        <p:nvPicPr>
          <p:cNvPr id="6" name="Picture 5" descr="eeg_wave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447" y="18288"/>
            <a:ext cx="1828800" cy="365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783080"/>
            <a:ext cx="4480560" cy="4297680"/>
          </a:xfrm>
          <a:prstGeom prst="roundRect">
            <a:avLst/>
          </a:prstGeom>
          <a:solidFill>
            <a:srgbClr val="E4EFFA"/>
          </a:solidFill>
          <a:ln w="12700">
            <a:solidFill>
              <a:srgbClr val="CAE0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u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2057400"/>
            <a:ext cx="3749039" cy="37490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577840" y="1783080"/>
            <a:ext cx="4846320" cy="457200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77840" y="2468880"/>
            <a:ext cx="4846320" cy="27432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577840" y="3072384"/>
            <a:ext cx="3931920" cy="27432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77840" y="3675888"/>
            <a:ext cx="4846320" cy="27432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77840" y="4279392"/>
            <a:ext cx="3931920" cy="27432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77840" y="4882896"/>
            <a:ext cx="4846320" cy="27432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577840" y="5486400"/>
            <a:ext cx="3931920" cy="27432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419088"/>
            <a:ext cx="10543032" cy="10972"/>
          </a:xfrm>
          <a:prstGeom prst="rect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6163056"/>
            <a:ext cx="411480" cy="411480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10149840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87584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25328" y="6327648"/>
            <a:ext cx="64008" cy="64008"/>
          </a:xfrm>
          <a:prstGeom prst="ellipse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863072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00816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38560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46304" cy="603504"/>
          </a:xfrm>
          <a:prstGeom prst="rect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15568" y="566928"/>
            <a:ext cx="7863840" cy="457200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5568" y="1133856"/>
            <a:ext cx="4875580" cy="201168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u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324612"/>
            <a:ext cx="2926080" cy="365760"/>
          </a:xfrm>
          <a:prstGeom prst="rect">
            <a:avLst/>
          </a:prstGeom>
        </p:spPr>
      </p:pic>
      <p:pic>
        <p:nvPicPr>
          <p:cNvPr id="6" name="Picture 5" descr="eeg_wave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447" y="18288"/>
            <a:ext cx="1828800" cy="365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783080"/>
            <a:ext cx="3291840" cy="4297680"/>
          </a:xfrm>
          <a:prstGeom prst="roundRect">
            <a:avLst/>
          </a:prstGeom>
          <a:solidFill>
            <a:srgbClr val="EEF5FC"/>
          </a:solidFill>
          <a:ln w="12700">
            <a:solidFill>
              <a:srgbClr val="CAE0F7"/>
            </a:solidFill>
          </a:ln>
          <a:effectLst/>
          <a:effectLst>
            <a:outerShdw blurRad="90000" dist="38100" dir="5400000" rotWithShape="0">
              <a:srgbClr val="1E3A5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20240" y="205740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9968" y="2167128"/>
            <a:ext cx="877824" cy="87782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188720" y="3383280"/>
            <a:ext cx="2560320" cy="329184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3886200"/>
            <a:ext cx="256032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88720" y="4343400"/>
            <a:ext cx="210312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88720" y="4800600"/>
            <a:ext cx="256032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88720" y="5257800"/>
            <a:ext cx="210312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81728" y="1783080"/>
            <a:ext cx="3291840" cy="4297680"/>
          </a:xfrm>
          <a:prstGeom prst="roundRect">
            <a:avLst/>
          </a:prstGeom>
          <a:solidFill>
            <a:srgbClr val="EEF5FC"/>
          </a:solidFill>
          <a:ln w="12700">
            <a:solidFill>
              <a:srgbClr val="CAE0F7"/>
            </a:solidFill>
          </a:ln>
          <a:effectLst/>
          <a:effectLst>
            <a:outerShdw blurRad="90000" dist="38100" dir="5400000" rotWithShape="0">
              <a:srgbClr val="1E3A5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79008" y="205740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lectrode_c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8736" y="2167128"/>
            <a:ext cx="877824" cy="877824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047488" y="3383280"/>
            <a:ext cx="2560320" cy="329184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47488" y="3886200"/>
            <a:ext cx="256032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47488" y="4343400"/>
            <a:ext cx="210312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47488" y="4800600"/>
            <a:ext cx="256032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47488" y="5257800"/>
            <a:ext cx="210312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40496" y="1783080"/>
            <a:ext cx="3291840" cy="4297680"/>
          </a:xfrm>
          <a:prstGeom prst="roundRect">
            <a:avLst/>
          </a:prstGeom>
          <a:solidFill>
            <a:srgbClr val="EEF5FC"/>
          </a:solidFill>
          <a:ln w="12700">
            <a:solidFill>
              <a:srgbClr val="CAE0F7"/>
            </a:solidFill>
          </a:ln>
          <a:effectLst/>
          <a:effectLst>
            <a:outerShdw blurRad="90000" dist="38100" dir="5400000" rotWithShape="0">
              <a:srgbClr val="1E3A5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37776" y="205740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runn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7504" y="2167128"/>
            <a:ext cx="877824" cy="877824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8906256" y="3383280"/>
            <a:ext cx="2560320" cy="329184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06256" y="3886200"/>
            <a:ext cx="256032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06256" y="4343400"/>
            <a:ext cx="210312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06256" y="4800600"/>
            <a:ext cx="256032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906256" y="5257800"/>
            <a:ext cx="210312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6419088"/>
            <a:ext cx="10543032" cy="10972"/>
          </a:xfrm>
          <a:prstGeom prst="rect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163056"/>
            <a:ext cx="411480" cy="411480"/>
          </a:xfrm>
          <a:prstGeom prst="rect">
            <a:avLst/>
          </a:prstGeom>
        </p:spPr>
      </p:pic>
      <p:sp>
        <p:nvSpPr>
          <p:cNvPr id="33" name="Oval 32"/>
          <p:cNvSpPr/>
          <p:nvPr/>
        </p:nvSpPr>
        <p:spPr>
          <a:xfrm>
            <a:off x="10149840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387584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625328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863072" y="6327648"/>
            <a:ext cx="64008" cy="64008"/>
          </a:xfrm>
          <a:prstGeom prst="ellipse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100816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338560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46304" cy="603504"/>
          </a:xfrm>
          <a:prstGeom prst="rect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15568" y="566928"/>
            <a:ext cx="7863840" cy="457200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5568" y="1133856"/>
            <a:ext cx="4875580" cy="201168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u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324612"/>
            <a:ext cx="2926080" cy="365760"/>
          </a:xfrm>
          <a:prstGeom prst="rect">
            <a:avLst/>
          </a:prstGeom>
        </p:spPr>
      </p:pic>
      <p:pic>
        <p:nvPicPr>
          <p:cNvPr id="6" name="Picture 5" descr="eeg_wave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447" y="18288"/>
            <a:ext cx="1828800" cy="365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783080"/>
            <a:ext cx="10543032" cy="3200400"/>
          </a:xfrm>
          <a:prstGeom prst="roundRect">
            <a:avLst/>
          </a:prstGeom>
          <a:solidFill>
            <a:srgbClr val="0A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eg_waves_b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1316" y="1965960"/>
            <a:ext cx="4818888" cy="2834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" y="5212080"/>
            <a:ext cx="5029200" cy="27432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5212080"/>
            <a:ext cx="5029200" cy="27432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5596128"/>
            <a:ext cx="4023360" cy="237744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5596128"/>
            <a:ext cx="4023360" cy="237744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6419088"/>
            <a:ext cx="10543032" cy="10972"/>
          </a:xfrm>
          <a:prstGeom prst="rect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6163056"/>
            <a:ext cx="411480" cy="411480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0149840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87584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25328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63072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00816" y="6327648"/>
            <a:ext cx="64008" cy="64008"/>
          </a:xfrm>
          <a:prstGeom prst="ellipse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38560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46304" cy="603504"/>
          </a:xfrm>
          <a:prstGeom prst="rect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15568" y="566928"/>
            <a:ext cx="7863840" cy="457200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5568" y="1133856"/>
            <a:ext cx="4875580" cy="201168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u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324612"/>
            <a:ext cx="2926080" cy="365760"/>
          </a:xfrm>
          <a:prstGeom prst="rect">
            <a:avLst/>
          </a:prstGeom>
        </p:spPr>
      </p:pic>
      <p:pic>
        <p:nvPicPr>
          <p:cNvPr id="6" name="Picture 5" descr="eeg_wave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447" y="18288"/>
            <a:ext cx="1828800" cy="365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783080"/>
            <a:ext cx="5010912" cy="4297680"/>
          </a:xfrm>
          <a:prstGeom prst="roundRect">
            <a:avLst/>
          </a:prstGeom>
          <a:solidFill>
            <a:srgbClr val="0A2647"/>
          </a:solidFill>
          <a:ln>
            <a:noFill/>
          </a:ln>
          <a:effectLst/>
          <a:effectLst>
            <a:outerShdw blurRad="90000" dist="38100" dir="5400000" rotWithShape="0">
              <a:srgbClr val="1E3A5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205740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2148840"/>
            <a:ext cx="731520" cy="731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194560" y="2240280"/>
            <a:ext cx="3200400" cy="457200"/>
          </a:xfrm>
          <a:prstGeom prst="roundRect">
            <a:avLst>
              <a:gd name="adj" fmla="val 6000"/>
            </a:avLst>
          </a:prstGeom>
          <a:solidFill>
            <a:srgbClr val="D6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3291840"/>
            <a:ext cx="4206240" cy="27432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88720" y="3822191"/>
            <a:ext cx="3474720" cy="27432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88720" y="4352544"/>
            <a:ext cx="4206240" cy="27432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88720" y="4882896"/>
            <a:ext cx="3474720" cy="27432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88720" y="5413248"/>
            <a:ext cx="4206240" cy="27432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55080" y="1783080"/>
            <a:ext cx="5010912" cy="4297680"/>
          </a:xfrm>
          <a:prstGeom prst="roundRect">
            <a:avLst/>
          </a:prstGeom>
          <a:solidFill>
            <a:srgbClr val="2E6FB7"/>
          </a:solidFill>
          <a:ln>
            <a:noFill/>
          </a:ln>
          <a:effectLst/>
          <a:effectLst>
            <a:outerShdw blurRad="90000" dist="38100" dir="5400000" rotWithShape="0">
              <a:srgbClr val="1E3A5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29400" y="205740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run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2148840"/>
            <a:ext cx="731520" cy="73152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726679" y="2240280"/>
            <a:ext cx="3200400" cy="457200"/>
          </a:xfrm>
          <a:prstGeom prst="roundRect">
            <a:avLst>
              <a:gd name="adj" fmla="val 6000"/>
            </a:avLst>
          </a:prstGeom>
          <a:solidFill>
            <a:srgbClr val="D6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20840" y="3291840"/>
            <a:ext cx="4206240" cy="27432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20840" y="3822191"/>
            <a:ext cx="3474720" cy="27432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20840" y="4352544"/>
            <a:ext cx="4206240" cy="27432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20840" y="4882896"/>
            <a:ext cx="3474720" cy="27432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20840" y="5413248"/>
            <a:ext cx="4206240" cy="27432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33288" y="3566160"/>
            <a:ext cx="713232" cy="713232"/>
          </a:xfrm>
          <a:prstGeom prst="ellipse">
            <a:avLst/>
          </a:prstGeom>
          <a:solidFill>
            <a:srgbClr val="00B2D8"/>
          </a:solidFill>
          <a:ln>
            <a:noFill/>
          </a:ln>
          <a:effectLst/>
          <a:effectLst>
            <a:outerShdw blurRad="90000" dist="38100" dir="5400000" rotWithShape="0">
              <a:srgbClr val="1E3A5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6419088"/>
            <a:ext cx="10543032" cy="10972"/>
          </a:xfrm>
          <a:prstGeom prst="rect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163056"/>
            <a:ext cx="411480" cy="41148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10149840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87584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625328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863072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100816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338560" y="6327648"/>
            <a:ext cx="64008" cy="64008"/>
          </a:xfrm>
          <a:prstGeom prst="ellipse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46304" cy="603504"/>
          </a:xfrm>
          <a:prstGeom prst="rect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15568" y="566928"/>
            <a:ext cx="7863840" cy="457200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5568" y="1133856"/>
            <a:ext cx="4875580" cy="201168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u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324612"/>
            <a:ext cx="2926080" cy="365760"/>
          </a:xfrm>
          <a:prstGeom prst="rect">
            <a:avLst/>
          </a:prstGeom>
        </p:spPr>
      </p:pic>
      <p:pic>
        <p:nvPicPr>
          <p:cNvPr id="6" name="Picture 5" descr="eeg_wave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447" y="18288"/>
            <a:ext cx="1828800" cy="365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783080"/>
            <a:ext cx="10543032" cy="429768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148840"/>
            <a:ext cx="859536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43000" y="2715768"/>
            <a:ext cx="749808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43000" y="3282696"/>
            <a:ext cx="859536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49624"/>
            <a:ext cx="749808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43000" y="4416552"/>
            <a:ext cx="859536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43000" y="4983480"/>
            <a:ext cx="749808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neur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4023360"/>
            <a:ext cx="1920240" cy="192024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22960" y="6419088"/>
            <a:ext cx="10543032" cy="10972"/>
          </a:xfrm>
          <a:prstGeom prst="rect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6163056"/>
            <a:ext cx="411480" cy="411480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10149840" y="6327648"/>
            <a:ext cx="64008" cy="64008"/>
          </a:xfrm>
          <a:prstGeom prst="ellipse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87584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25328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63072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100816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38560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856A0"/>
              </a:gs>
              <a:gs pos="100000">
                <a:srgbClr val="0A2647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ave_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548640"/>
            <a:ext cx="5669280" cy="56692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005840" y="1920240"/>
            <a:ext cx="2194560" cy="2194560"/>
          </a:xfrm>
          <a:prstGeom prst="roundRect">
            <a:avLst/>
          </a:prstGeom>
          <a:noFill/>
          <a:ln w="304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98448" y="2212848"/>
            <a:ext cx="1609344" cy="16093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331720"/>
            <a:ext cx="1371600" cy="1371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600" y="2331720"/>
            <a:ext cx="146304" cy="1280160"/>
          </a:xfrm>
          <a:prstGeom prst="rect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31920" y="2377440"/>
            <a:ext cx="58521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31920" y="3108960"/>
            <a:ext cx="4572000" cy="329184"/>
          </a:xfrm>
          <a:prstGeom prst="roundRect">
            <a:avLst>
              <a:gd name="adj" fmla="val 6000"/>
            </a:avLst>
          </a:prstGeom>
          <a:solidFill>
            <a:srgbClr val="D6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31920" y="3584448"/>
            <a:ext cx="3657600" cy="329184"/>
          </a:xfrm>
          <a:prstGeom prst="roundRect">
            <a:avLst>
              <a:gd name="adj" fmla="val 6000"/>
            </a:avLst>
          </a:prstGeom>
          <a:solidFill>
            <a:srgbClr val="D6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ead_profile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8056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46304" cy="603504"/>
          </a:xfrm>
          <a:prstGeom prst="rect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15568" y="566928"/>
            <a:ext cx="7863840" cy="457200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5568" y="1133856"/>
            <a:ext cx="4875580" cy="201168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u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324612"/>
            <a:ext cx="2926080" cy="365760"/>
          </a:xfrm>
          <a:prstGeom prst="rect">
            <a:avLst/>
          </a:prstGeom>
        </p:spPr>
      </p:pic>
      <p:pic>
        <p:nvPicPr>
          <p:cNvPr id="6" name="Picture 5" descr="eeg_wave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447" y="18288"/>
            <a:ext cx="1828800" cy="365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903720" y="1783080"/>
            <a:ext cx="4462272" cy="4297680"/>
          </a:xfrm>
          <a:prstGeom prst="roundRect">
            <a:avLst/>
          </a:prstGeom>
          <a:solidFill>
            <a:srgbClr val="E4EFFA"/>
          </a:solidFill>
          <a:ln w="12700">
            <a:solidFill>
              <a:srgbClr val="CAE0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057400"/>
            <a:ext cx="3749039" cy="37490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" y="1783080"/>
            <a:ext cx="4846320" cy="457200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468880"/>
            <a:ext cx="4846320" cy="27432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3072384"/>
            <a:ext cx="3931920" cy="27432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8"/>
            <a:ext cx="4846320" cy="27432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4279392"/>
            <a:ext cx="3931920" cy="27432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4882896"/>
            <a:ext cx="4846320" cy="27432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5486400"/>
            <a:ext cx="3931920" cy="27432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419088"/>
            <a:ext cx="10543032" cy="10972"/>
          </a:xfrm>
          <a:prstGeom prst="rect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163056"/>
            <a:ext cx="411480" cy="411480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10149840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87584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25328" y="6327648"/>
            <a:ext cx="64008" cy="64008"/>
          </a:xfrm>
          <a:prstGeom prst="ellipse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863072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00816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38560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46304" cy="603504"/>
          </a:xfrm>
          <a:prstGeom prst="rect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15568" y="566928"/>
            <a:ext cx="7863840" cy="457200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5568" y="1133856"/>
            <a:ext cx="4875580" cy="201168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u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324612"/>
            <a:ext cx="2926080" cy="365760"/>
          </a:xfrm>
          <a:prstGeom prst="rect">
            <a:avLst/>
          </a:prstGeom>
        </p:spPr>
      </p:pic>
      <p:pic>
        <p:nvPicPr>
          <p:cNvPr id="6" name="Picture 5" descr="eeg_wave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447" y="18288"/>
            <a:ext cx="1828800" cy="365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783080"/>
            <a:ext cx="5010912" cy="4297680"/>
          </a:xfrm>
          <a:prstGeom prst="roundRect">
            <a:avLst/>
          </a:prstGeom>
          <a:solidFill>
            <a:srgbClr val="0A2647"/>
          </a:solidFill>
          <a:ln>
            <a:noFill/>
          </a:ln>
          <a:effectLst/>
          <a:effectLst>
            <a:outerShdw blurRad="90000" dist="38100" dir="5400000" rotWithShape="0">
              <a:srgbClr val="1E3A5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205740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2148840"/>
            <a:ext cx="731520" cy="731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194560" y="2240280"/>
            <a:ext cx="3200400" cy="457200"/>
          </a:xfrm>
          <a:prstGeom prst="roundRect">
            <a:avLst>
              <a:gd name="adj" fmla="val 6000"/>
            </a:avLst>
          </a:prstGeom>
          <a:solidFill>
            <a:srgbClr val="D6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3291840"/>
            <a:ext cx="4206240" cy="27432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88720" y="3822191"/>
            <a:ext cx="3474720" cy="27432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88720" y="4352544"/>
            <a:ext cx="4206240" cy="27432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88720" y="4882896"/>
            <a:ext cx="3474720" cy="27432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88720" y="5413248"/>
            <a:ext cx="4206240" cy="27432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55080" y="1783080"/>
            <a:ext cx="5010912" cy="4297680"/>
          </a:xfrm>
          <a:prstGeom prst="roundRect">
            <a:avLst/>
          </a:prstGeom>
          <a:solidFill>
            <a:srgbClr val="2E6FB7"/>
          </a:solidFill>
          <a:ln>
            <a:noFill/>
          </a:ln>
          <a:effectLst/>
          <a:effectLst>
            <a:outerShdw blurRad="90000" dist="38100" dir="5400000" rotWithShape="0">
              <a:srgbClr val="1E3A5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29400" y="205740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run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2148840"/>
            <a:ext cx="731520" cy="73152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726679" y="2240280"/>
            <a:ext cx="3200400" cy="457200"/>
          </a:xfrm>
          <a:prstGeom prst="roundRect">
            <a:avLst>
              <a:gd name="adj" fmla="val 6000"/>
            </a:avLst>
          </a:prstGeom>
          <a:solidFill>
            <a:srgbClr val="D6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20840" y="3291840"/>
            <a:ext cx="4206240" cy="27432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20840" y="3822191"/>
            <a:ext cx="3474720" cy="27432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20840" y="4352544"/>
            <a:ext cx="4206240" cy="27432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20840" y="4882896"/>
            <a:ext cx="3474720" cy="27432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20840" y="5413248"/>
            <a:ext cx="4206240" cy="27432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33288" y="3566160"/>
            <a:ext cx="713232" cy="713232"/>
          </a:xfrm>
          <a:prstGeom prst="ellipse">
            <a:avLst/>
          </a:prstGeom>
          <a:solidFill>
            <a:srgbClr val="00B2D8"/>
          </a:solidFill>
          <a:ln>
            <a:noFill/>
          </a:ln>
          <a:effectLst/>
          <a:effectLst>
            <a:outerShdw blurRad="90000" dist="38100" dir="5400000" rotWithShape="0">
              <a:srgbClr val="1E3A5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6419088"/>
            <a:ext cx="10543032" cy="10972"/>
          </a:xfrm>
          <a:prstGeom prst="rect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163056"/>
            <a:ext cx="411480" cy="41148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10149840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87584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625328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863072" y="6327648"/>
            <a:ext cx="64008" cy="64008"/>
          </a:xfrm>
          <a:prstGeom prst="ellipse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100816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338560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46304" cy="603504"/>
          </a:xfrm>
          <a:prstGeom prst="rect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15568" y="566928"/>
            <a:ext cx="7863840" cy="457200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5568" y="1133856"/>
            <a:ext cx="4875580" cy="201168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u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324612"/>
            <a:ext cx="2926080" cy="365760"/>
          </a:xfrm>
          <a:prstGeom prst="rect">
            <a:avLst/>
          </a:prstGeom>
        </p:spPr>
      </p:pic>
      <p:pic>
        <p:nvPicPr>
          <p:cNvPr id="6" name="Picture 5" descr="eeg_wave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447" y="18288"/>
            <a:ext cx="1828800" cy="365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005840" y="3657600"/>
            <a:ext cx="10149840" cy="54864"/>
          </a:xfrm>
          <a:prstGeom prst="rect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80160" y="3456432"/>
            <a:ext cx="457200" cy="457200"/>
          </a:xfrm>
          <a:prstGeom prst="ellipse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39" y="2011680"/>
            <a:ext cx="1920240" cy="310896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39" y="2423160"/>
            <a:ext cx="1920240" cy="219456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39" y="2734056"/>
            <a:ext cx="1463040" cy="219456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91840" y="3456432"/>
            <a:ext cx="457200" cy="457200"/>
          </a:xfrm>
          <a:prstGeom prst="ellipse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60320" y="4297680"/>
            <a:ext cx="1920240" cy="310896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60320" y="4709160"/>
            <a:ext cx="1920240" cy="219456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560320" y="5020056"/>
            <a:ext cx="1463040" cy="219456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03520" y="3456432"/>
            <a:ext cx="457200" cy="457200"/>
          </a:xfrm>
          <a:prstGeom prst="ellipse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2011680"/>
            <a:ext cx="1920240" cy="310896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0" y="2423160"/>
            <a:ext cx="1920240" cy="219456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0" y="2734056"/>
            <a:ext cx="1463040" cy="219456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0" y="3456432"/>
            <a:ext cx="457200" cy="457200"/>
          </a:xfrm>
          <a:prstGeom prst="ellipse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0" y="4297680"/>
            <a:ext cx="1920240" cy="310896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0" y="4709160"/>
            <a:ext cx="1920240" cy="219456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0" y="5020056"/>
            <a:ext cx="1463040" cy="219456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0" y="3456432"/>
            <a:ext cx="457200" cy="457200"/>
          </a:xfrm>
          <a:prstGeom prst="ellipse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95359" y="2011680"/>
            <a:ext cx="1920240" cy="310896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595359" y="2423160"/>
            <a:ext cx="1920240" cy="219456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595359" y="2734056"/>
            <a:ext cx="1463040" cy="219456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6419088"/>
            <a:ext cx="10543032" cy="10972"/>
          </a:xfrm>
          <a:prstGeom prst="rect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163056"/>
            <a:ext cx="411480" cy="411480"/>
          </a:xfrm>
          <a:prstGeom prst="rect">
            <a:avLst/>
          </a:prstGeom>
        </p:spPr>
      </p:pic>
      <p:sp>
        <p:nvSpPr>
          <p:cNvPr id="30" name="Oval 29"/>
          <p:cNvSpPr/>
          <p:nvPr/>
        </p:nvSpPr>
        <p:spPr>
          <a:xfrm>
            <a:off x="10149840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87584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625328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863072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100816" y="6327648"/>
            <a:ext cx="64008" cy="64008"/>
          </a:xfrm>
          <a:prstGeom prst="ellipse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338560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46304" cy="603504"/>
          </a:xfrm>
          <a:prstGeom prst="rect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15568" y="566928"/>
            <a:ext cx="7863840" cy="457200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5568" y="1133856"/>
            <a:ext cx="4875580" cy="201168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u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324612"/>
            <a:ext cx="2926080" cy="365760"/>
          </a:xfrm>
          <a:prstGeom prst="rect">
            <a:avLst/>
          </a:prstGeom>
        </p:spPr>
      </p:pic>
      <p:pic>
        <p:nvPicPr>
          <p:cNvPr id="6" name="Picture 5" descr="eeg_wave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447" y="18288"/>
            <a:ext cx="1828800" cy="365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783080"/>
            <a:ext cx="3291840" cy="4297680"/>
          </a:xfrm>
          <a:prstGeom prst="roundRect">
            <a:avLst/>
          </a:prstGeom>
          <a:solidFill>
            <a:srgbClr val="EEF5FC"/>
          </a:solidFill>
          <a:ln w="12700">
            <a:solidFill>
              <a:srgbClr val="CAE0F7"/>
            </a:solidFill>
          </a:ln>
          <a:effectLst/>
          <a:effectLst>
            <a:outerShdw blurRad="90000" dist="38100" dir="5400000" rotWithShape="0">
              <a:srgbClr val="1E3A5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20240" y="205740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9968" y="2167128"/>
            <a:ext cx="877824" cy="87782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188720" y="3383280"/>
            <a:ext cx="2560320" cy="329184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3886200"/>
            <a:ext cx="256032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88720" y="4343400"/>
            <a:ext cx="210312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88720" y="4800600"/>
            <a:ext cx="256032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88720" y="5257800"/>
            <a:ext cx="210312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81728" y="1783080"/>
            <a:ext cx="3291840" cy="4297680"/>
          </a:xfrm>
          <a:prstGeom prst="roundRect">
            <a:avLst/>
          </a:prstGeom>
          <a:solidFill>
            <a:srgbClr val="EEF5FC"/>
          </a:solidFill>
          <a:ln w="12700">
            <a:solidFill>
              <a:srgbClr val="CAE0F7"/>
            </a:solidFill>
          </a:ln>
          <a:effectLst/>
          <a:effectLst>
            <a:outerShdw blurRad="90000" dist="38100" dir="5400000" rotWithShape="0">
              <a:srgbClr val="1E3A5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79008" y="205740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lectrode_c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8736" y="2167128"/>
            <a:ext cx="877824" cy="877824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047488" y="3383280"/>
            <a:ext cx="2560320" cy="329184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47488" y="3886200"/>
            <a:ext cx="256032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47488" y="4343400"/>
            <a:ext cx="210312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47488" y="4800600"/>
            <a:ext cx="256032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47488" y="5257800"/>
            <a:ext cx="210312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40496" y="1783080"/>
            <a:ext cx="3291840" cy="4297680"/>
          </a:xfrm>
          <a:prstGeom prst="roundRect">
            <a:avLst/>
          </a:prstGeom>
          <a:solidFill>
            <a:srgbClr val="EEF5FC"/>
          </a:solidFill>
          <a:ln w="12700">
            <a:solidFill>
              <a:srgbClr val="CAE0F7"/>
            </a:solidFill>
          </a:ln>
          <a:effectLst/>
          <a:effectLst>
            <a:outerShdw blurRad="90000" dist="38100" dir="5400000" rotWithShape="0">
              <a:srgbClr val="1E3A5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37776" y="205740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runn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7504" y="2167128"/>
            <a:ext cx="877824" cy="877824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8906256" y="3383280"/>
            <a:ext cx="2560320" cy="329184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06256" y="3886200"/>
            <a:ext cx="256032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06256" y="4343400"/>
            <a:ext cx="210312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06256" y="4800600"/>
            <a:ext cx="256032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906256" y="5257800"/>
            <a:ext cx="210312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6419088"/>
            <a:ext cx="10543032" cy="10972"/>
          </a:xfrm>
          <a:prstGeom prst="rect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163056"/>
            <a:ext cx="411480" cy="411480"/>
          </a:xfrm>
          <a:prstGeom prst="rect">
            <a:avLst/>
          </a:prstGeom>
        </p:spPr>
      </p:pic>
      <p:sp>
        <p:nvSpPr>
          <p:cNvPr id="33" name="Oval 32"/>
          <p:cNvSpPr/>
          <p:nvPr/>
        </p:nvSpPr>
        <p:spPr>
          <a:xfrm>
            <a:off x="10149840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387584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625328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863072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100816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338560" y="6327648"/>
            <a:ext cx="64008" cy="64008"/>
          </a:xfrm>
          <a:prstGeom prst="ellipse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856A0"/>
              </a:gs>
              <a:gs pos="100000">
                <a:srgbClr val="0A2647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ave_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548640"/>
            <a:ext cx="5669280" cy="56692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005840" y="1920240"/>
            <a:ext cx="2194560" cy="2194560"/>
          </a:xfrm>
          <a:prstGeom prst="roundRect">
            <a:avLst/>
          </a:prstGeom>
          <a:noFill/>
          <a:ln w="304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98448" y="2212848"/>
            <a:ext cx="1609344" cy="16093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331720"/>
            <a:ext cx="1371600" cy="1371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600" y="2331720"/>
            <a:ext cx="146304" cy="1280160"/>
          </a:xfrm>
          <a:prstGeom prst="rect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31920" y="2377440"/>
            <a:ext cx="58521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31920" y="3108960"/>
            <a:ext cx="4572000" cy="329184"/>
          </a:xfrm>
          <a:prstGeom prst="roundRect">
            <a:avLst>
              <a:gd name="adj" fmla="val 6000"/>
            </a:avLst>
          </a:prstGeom>
          <a:solidFill>
            <a:srgbClr val="D6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31920" y="3584448"/>
            <a:ext cx="3657600" cy="329184"/>
          </a:xfrm>
          <a:prstGeom prst="roundRect">
            <a:avLst>
              <a:gd name="adj" fmla="val 6000"/>
            </a:avLst>
          </a:prstGeom>
          <a:solidFill>
            <a:srgbClr val="D6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ead_profile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8056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46304" cy="603504"/>
          </a:xfrm>
          <a:prstGeom prst="rect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15568" y="566928"/>
            <a:ext cx="7863840" cy="457200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5568" y="1133856"/>
            <a:ext cx="4875580" cy="201168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u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324612"/>
            <a:ext cx="2926080" cy="365760"/>
          </a:xfrm>
          <a:prstGeom prst="rect">
            <a:avLst/>
          </a:prstGeom>
        </p:spPr>
      </p:pic>
      <p:pic>
        <p:nvPicPr>
          <p:cNvPr id="6" name="Picture 5" descr="eeg_wave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447" y="18288"/>
            <a:ext cx="1828800" cy="365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783080"/>
            <a:ext cx="4480560" cy="4297680"/>
          </a:xfrm>
          <a:prstGeom prst="roundRect">
            <a:avLst/>
          </a:prstGeom>
          <a:solidFill>
            <a:srgbClr val="E4EFFA"/>
          </a:solidFill>
          <a:ln w="12700">
            <a:solidFill>
              <a:srgbClr val="CAE0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neur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2057400"/>
            <a:ext cx="3749039" cy="37490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577840" y="1783080"/>
            <a:ext cx="4846320" cy="457200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77840" y="2468880"/>
            <a:ext cx="4846320" cy="27432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577840" y="3072384"/>
            <a:ext cx="3931920" cy="27432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77840" y="3675888"/>
            <a:ext cx="4846320" cy="27432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77840" y="4279392"/>
            <a:ext cx="3931920" cy="27432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77840" y="4882896"/>
            <a:ext cx="4846320" cy="27432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577840" y="5486400"/>
            <a:ext cx="3931920" cy="27432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419088"/>
            <a:ext cx="10543032" cy="10972"/>
          </a:xfrm>
          <a:prstGeom prst="rect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6163056"/>
            <a:ext cx="411480" cy="411480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10149840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87584" y="6327648"/>
            <a:ext cx="64008" cy="64008"/>
          </a:xfrm>
          <a:prstGeom prst="ellipse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25328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863072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00816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38560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46304" cy="603504"/>
          </a:xfrm>
          <a:prstGeom prst="rect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15568" y="566928"/>
            <a:ext cx="7863840" cy="457200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5568" y="1133856"/>
            <a:ext cx="4875580" cy="201168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u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324612"/>
            <a:ext cx="2926080" cy="365760"/>
          </a:xfrm>
          <a:prstGeom prst="rect">
            <a:avLst/>
          </a:prstGeom>
        </p:spPr>
      </p:pic>
      <p:pic>
        <p:nvPicPr>
          <p:cNvPr id="6" name="Picture 5" descr="eeg_wave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447" y="18288"/>
            <a:ext cx="1828800" cy="365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783080"/>
            <a:ext cx="5010912" cy="429768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 w="12700">
            <a:solidFill>
              <a:srgbClr val="CAE0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5010912" cy="457200"/>
          </a:xfrm>
          <a:prstGeom prst="round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2468880"/>
            <a:ext cx="429768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7280" y="3072384"/>
            <a:ext cx="356616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3675888"/>
            <a:ext cx="429768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97280" y="4279392"/>
            <a:ext cx="356616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7280" y="4882896"/>
            <a:ext cx="429768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783080"/>
            <a:ext cx="5010912" cy="429768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 w="12700">
            <a:solidFill>
              <a:srgbClr val="CAE0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5080" y="1783080"/>
            <a:ext cx="5010912" cy="457200"/>
          </a:xfrm>
          <a:prstGeom prst="round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29400" y="2468880"/>
            <a:ext cx="429768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29400" y="3072384"/>
            <a:ext cx="356616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29400" y="3675888"/>
            <a:ext cx="429768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29400" y="4279392"/>
            <a:ext cx="356616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29400" y="4882896"/>
            <a:ext cx="429768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828800"/>
            <a:ext cx="365760" cy="365760"/>
          </a:xfrm>
          <a:prstGeom prst="rect">
            <a:avLst/>
          </a:prstGeom>
        </p:spPr>
      </p:pic>
      <p:pic>
        <p:nvPicPr>
          <p:cNvPr id="22" name="Picture 21" descr="electrode_c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7080" y="1828800"/>
            <a:ext cx="365760" cy="36576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822960" y="6419088"/>
            <a:ext cx="10543032" cy="10972"/>
          </a:xfrm>
          <a:prstGeom prst="rect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163056"/>
            <a:ext cx="411480" cy="411480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10149840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387584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625328" y="6327648"/>
            <a:ext cx="64008" cy="64008"/>
          </a:xfrm>
          <a:prstGeom prst="ellipse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863072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100816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338560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EEF5FC"/>
              </a:gs>
              <a:gs pos="100000">
                <a:srgbClr val="FFFFFF"/>
              </a:gs>
            </a:gsLst>
            <a:lin ang="3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ead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1371600"/>
            <a:ext cx="3108960" cy="3108960"/>
          </a:xfrm>
          <a:prstGeom prst="rect">
            <a:avLst/>
          </a:prstGeom>
        </p:spPr>
      </p:pic>
      <p:pic>
        <p:nvPicPr>
          <p:cNvPr id="5" name="Picture 4" descr="pul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280160"/>
            <a:ext cx="5120640" cy="640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97280" y="2468880"/>
            <a:ext cx="7315200" cy="457200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3200400"/>
            <a:ext cx="6583680" cy="457200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3931920"/>
            <a:ext cx="5852160" cy="457200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5029200"/>
            <a:ext cx="2743200" cy="27432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543032" cy="10972"/>
          </a:xfrm>
          <a:prstGeom prst="rect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163056"/>
            <a:ext cx="411480" cy="41148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10149840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87584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625328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863072" y="6327648"/>
            <a:ext cx="64008" cy="64008"/>
          </a:xfrm>
          <a:prstGeom prst="ellipse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100816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338560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46304" cy="603504"/>
          </a:xfrm>
          <a:prstGeom prst="rect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15568" y="566928"/>
            <a:ext cx="7863840" cy="457200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5568" y="1133856"/>
            <a:ext cx="4875580" cy="201168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u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324612"/>
            <a:ext cx="2926080" cy="365760"/>
          </a:xfrm>
          <a:prstGeom prst="rect">
            <a:avLst/>
          </a:prstGeom>
        </p:spPr>
      </p:pic>
      <p:pic>
        <p:nvPicPr>
          <p:cNvPr id="6" name="Picture 5" descr="eeg_wave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447" y="18288"/>
            <a:ext cx="1828800" cy="36576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1005840" y="2194560"/>
            <a:ext cx="1737360" cy="1737360"/>
          </a:xfrm>
          <a:prstGeom prst="ellipse">
            <a:avLst/>
          </a:prstGeom>
          <a:noFill/>
          <a:ln w="2794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61872" y="2450592"/>
            <a:ext cx="1225296" cy="1225296"/>
          </a:xfrm>
          <a:prstGeom prst="ellipse">
            <a:avLst/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17320" y="2907792"/>
            <a:ext cx="91440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7280" y="4160520"/>
            <a:ext cx="1554480" cy="256032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34440" y="4498848"/>
            <a:ext cx="1280160" cy="219456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822191" y="2194560"/>
            <a:ext cx="1737360" cy="1737360"/>
          </a:xfrm>
          <a:prstGeom prst="ellipse">
            <a:avLst/>
          </a:prstGeom>
          <a:noFill/>
          <a:ln w="2794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78224" y="2450592"/>
            <a:ext cx="1225296" cy="1225296"/>
          </a:xfrm>
          <a:prstGeom prst="ellipse">
            <a:avLst/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33672" y="2907792"/>
            <a:ext cx="91440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913631" y="4160520"/>
            <a:ext cx="1554480" cy="256032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050791" y="4498848"/>
            <a:ext cx="1280160" cy="219456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38544" y="2194560"/>
            <a:ext cx="1737360" cy="1737360"/>
          </a:xfrm>
          <a:prstGeom prst="ellipse">
            <a:avLst/>
          </a:prstGeom>
          <a:noFill/>
          <a:ln w="2794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94576" y="2450592"/>
            <a:ext cx="1225296" cy="1225296"/>
          </a:xfrm>
          <a:prstGeom prst="ellipse">
            <a:avLst/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050024" y="2907792"/>
            <a:ext cx="91440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29983" y="4160520"/>
            <a:ext cx="1554480" cy="256032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67144" y="4498848"/>
            <a:ext cx="1280160" cy="219456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54896" y="2194560"/>
            <a:ext cx="1737360" cy="1737360"/>
          </a:xfrm>
          <a:prstGeom prst="ellipse">
            <a:avLst/>
          </a:prstGeom>
          <a:noFill/>
          <a:ln w="2794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10928" y="2450592"/>
            <a:ext cx="1225296" cy="1225296"/>
          </a:xfrm>
          <a:prstGeom prst="ellipse">
            <a:avLst/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66376" y="2907792"/>
            <a:ext cx="91440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546336" y="4160520"/>
            <a:ext cx="1554480" cy="256032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83496" y="4498848"/>
            <a:ext cx="1280160" cy="219456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eeg_wave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6" y="5212080"/>
            <a:ext cx="3657600" cy="73152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822960" y="6419088"/>
            <a:ext cx="10543032" cy="10972"/>
          </a:xfrm>
          <a:prstGeom prst="rect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163056"/>
            <a:ext cx="411480" cy="411480"/>
          </a:xfrm>
          <a:prstGeom prst="rect">
            <a:avLst/>
          </a:prstGeom>
        </p:spPr>
      </p:pic>
      <p:sp>
        <p:nvSpPr>
          <p:cNvPr id="30" name="Oval 29"/>
          <p:cNvSpPr/>
          <p:nvPr/>
        </p:nvSpPr>
        <p:spPr>
          <a:xfrm>
            <a:off x="10149840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87584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625328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863072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100816" y="6327648"/>
            <a:ext cx="64008" cy="64008"/>
          </a:xfrm>
          <a:prstGeom prst="ellipse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338560" y="6327648"/>
            <a:ext cx="64008" cy="64008"/>
          </a:xfrm>
          <a:prstGeom prst="ellipse">
            <a:avLst/>
          </a:prstGeom>
          <a:solidFill>
            <a:srgbClr val="CA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2647"/>
              </a:gs>
              <a:gs pos="100000">
                <a:srgbClr val="1856A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ave_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-548640"/>
            <a:ext cx="6035040" cy="6035040"/>
          </a:xfrm>
          <a:prstGeom prst="rect">
            <a:avLst/>
          </a:prstGeom>
        </p:spPr>
      </p:pic>
      <p:pic>
        <p:nvPicPr>
          <p:cNvPr id="4" name="Picture 3" descr="brain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914400"/>
            <a:ext cx="3108960" cy="3108960"/>
          </a:xfrm>
          <a:prstGeom prst="rect">
            <a:avLst/>
          </a:prstGeom>
        </p:spPr>
      </p:pic>
      <p:pic>
        <p:nvPicPr>
          <p:cNvPr id="5" name="Picture 4" descr="eeg_waves_w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4297680"/>
            <a:ext cx="5029200" cy="1005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206240" y="1280160"/>
            <a:ext cx="146304" cy="1371600"/>
          </a:xfrm>
          <a:prstGeom prst="rect">
            <a:avLst/>
          </a:prstGeom>
          <a:solidFill>
            <a:srgbClr val="00B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80560" y="1325880"/>
            <a:ext cx="512064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80560" y="2194560"/>
            <a:ext cx="4023360" cy="365760"/>
          </a:xfrm>
          <a:prstGeom prst="roundRect">
            <a:avLst>
              <a:gd name="adj" fmla="val 6000"/>
            </a:avLst>
          </a:prstGeom>
          <a:solidFill>
            <a:srgbClr val="D6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60" y="3108960"/>
            <a:ext cx="3657600" cy="274320"/>
          </a:xfrm>
          <a:prstGeom prst="roundRect">
            <a:avLst>
              <a:gd name="adj" fmla="val 6000"/>
            </a:avLst>
          </a:prstGeom>
          <a:solidFill>
            <a:srgbClr val="D6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0560" y="3566160"/>
            <a:ext cx="3657600" cy="274320"/>
          </a:xfrm>
          <a:prstGeom prst="roundRect">
            <a:avLst>
              <a:gd name="adj" fmla="val 6000"/>
            </a:avLst>
          </a:prstGeom>
          <a:solidFill>
            <a:srgbClr val="D6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60" y="4023360"/>
            <a:ext cx="3657600" cy="274320"/>
          </a:xfrm>
          <a:prstGeom prst="roundRect">
            <a:avLst>
              <a:gd name="adj" fmla="val 6000"/>
            </a:avLst>
          </a:prstGeom>
          <a:solidFill>
            <a:srgbClr val="D6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unner_l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0" y="457200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